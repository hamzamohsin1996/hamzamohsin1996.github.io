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background, and structure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UAV dispatcher interface overview. Emphasize multitasking, interruptions, and research motivation.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research questions and hypotheses related to situational awareness and re-engagement.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experimental design, participants, measures, and within-subjects setup.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quantitative results and which hypotheses were supported.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design challenges, trade-offs, and system limitations.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teleoperation study and emergency takeover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response time trends, ANOVA results, and qualitative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 on multimodal overload and design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fog interface motivation and distance perception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t-test results, trends, and why non-significance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abstraction vs precision and future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methods across projects and position your research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2026-01-25T21:38:11Z</dcterms:created>
  <dcterms:modified xsi:type="dcterms:W3CDTF">2026-01-25T21:38:11Z</dcterms:modified>
</cp:coreProperties>
</file>