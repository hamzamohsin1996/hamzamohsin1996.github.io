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yourself, background, and structure of the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UAV dispatcher interface overview. Emphasize multitasking, interruptions, and research motivation.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research questions and hypotheses related to situational awareness and re-engagement.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experimental design, participants, measures, and within-subjects setup.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quantitative results and which hypotheses were supported.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design challenges, trade-offs, and system limitations.
⚠️ This slide contains confidential, unpublished thesis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teleoperation study and emergency takeover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response time trends, ANOVA results, and qualitative feedback.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Reflect on multimodal overload and design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fog interface motivation and distance perception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t-test results, trends, and why non-significance still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Discuss abstraction vs precision and future improvements.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methods across projects and position your research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0" y="6309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CONFIDENTIAL · UNPUBLISHED MASTER’S THESIS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228600"/>
            <a:ext cx="11731752" cy="6400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2026-01-23T16:31:57Z</dcterms:created>
  <dcterms:modified xsi:type="dcterms:W3CDTF">2026-01-23T16:31:57Z</dcterms:modified>
</cp:coreProperties>
</file>