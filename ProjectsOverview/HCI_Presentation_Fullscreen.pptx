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228600"/>
            <a:ext cx="11731752" cy="6400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2026-01-21T22:13:55Z</dcterms:created>
  <dcterms:modified xsi:type="dcterms:W3CDTF">2026-01-21T22:13:55Z</dcterms:modified>
</cp:coreProperties>
</file>