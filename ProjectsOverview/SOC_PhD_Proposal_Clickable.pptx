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SOC PhD Proposal – Slide 1
Explain this section as shown.
Links are clickable in presentation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SOC PhD Proposal – Slide 2
Explain this section as shown.
Links are clickable in presentation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SOC PhD Proposal – Slide 3
Explain this section as shown.
Links are clickable in presentation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SOC PhD Proposal – Slide 4
Explain this section as shown.
Links are clickable in presentation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SOC PhD Proposal – Slide 5
Explain this section as shown.
Links are clickable in presentation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SOC PhD Proposal – Slide 6
Explain this section as shown.
Links are clickable in presentation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SOC PhD Proposal – Slide 7
Explain this section as shown.
Links are clickable in presentation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24363" y="6094115"/>
            <a:ext cx="757247" cy="1206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1124363" y="12795052"/>
            <a:ext cx="958313" cy="1206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1208182" y="20418425"/>
            <a:ext cx="616590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1926346" y="20418425"/>
            <a:ext cx="656565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2684486" y="20418425"/>
            <a:ext cx="901772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1208182" y="28171775"/>
            <a:ext cx="713204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2022961" y="28171775"/>
            <a:ext cx="710030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09448" y="50888900"/>
            <a:ext cx="10970057" cy="3048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24363" y="-1779885"/>
            <a:ext cx="757247" cy="1206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1124363" y="4921052"/>
            <a:ext cx="958313" cy="1206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1208182" y="12544425"/>
            <a:ext cx="616590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1926346" y="12544425"/>
            <a:ext cx="656565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2684486" y="12544425"/>
            <a:ext cx="901772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1208182" y="20297775"/>
            <a:ext cx="713204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2022961" y="20297775"/>
            <a:ext cx="710030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09448" y="43014900"/>
            <a:ext cx="10970057" cy="3048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24363" y="-9653885"/>
            <a:ext cx="757247" cy="1206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1124363" y="-2952948"/>
            <a:ext cx="958313" cy="1206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1208182" y="4670425"/>
            <a:ext cx="616590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1926346" y="4670425"/>
            <a:ext cx="656565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2684486" y="4670425"/>
            <a:ext cx="901772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1208182" y="12423775"/>
            <a:ext cx="713204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2022961" y="12423775"/>
            <a:ext cx="710030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09448" y="35140900"/>
            <a:ext cx="10970057" cy="3048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24363" y="-17527885"/>
            <a:ext cx="757247" cy="1206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1124363" y="-10826948"/>
            <a:ext cx="958313" cy="1206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1208182" y="-3203575"/>
            <a:ext cx="616590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1926346" y="-3203575"/>
            <a:ext cx="656565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2684486" y="-3203575"/>
            <a:ext cx="901772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1208182" y="4549775"/>
            <a:ext cx="713204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2022961" y="4549775"/>
            <a:ext cx="710030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09448" y="27266900"/>
            <a:ext cx="10970057" cy="3048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24363" y="-25401885"/>
            <a:ext cx="757247" cy="1206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1124363" y="-18700948"/>
            <a:ext cx="958313" cy="1206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1208182" y="-11077575"/>
            <a:ext cx="616590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1926346" y="-11077575"/>
            <a:ext cx="656565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2684486" y="-11077575"/>
            <a:ext cx="901772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1208182" y="-3324225"/>
            <a:ext cx="713204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2022961" y="-3324225"/>
            <a:ext cx="710030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09448" y="19392900"/>
            <a:ext cx="10970057" cy="3048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24363" y="-33275885"/>
            <a:ext cx="757247" cy="1206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1124363" y="-26574948"/>
            <a:ext cx="958313" cy="1206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1208182" y="-18951575"/>
            <a:ext cx="616590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1926346" y="-18951575"/>
            <a:ext cx="656565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2684486" y="-18951575"/>
            <a:ext cx="901772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1208182" y="-11198225"/>
            <a:ext cx="713204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2022961" y="-11198225"/>
            <a:ext cx="710030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09448" y="11518900"/>
            <a:ext cx="10970057" cy="3048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24363" y="-41149885"/>
            <a:ext cx="757247" cy="1206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1124363" y="-34448948"/>
            <a:ext cx="958313" cy="1206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1208182" y="-26825575"/>
            <a:ext cx="616590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1926346" y="-26825575"/>
            <a:ext cx="656565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2684486" y="-26825575"/>
            <a:ext cx="901772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1208182" y="-19072225"/>
            <a:ext cx="713204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2022961" y="-19072225"/>
            <a:ext cx="710030" cy="12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09448" y="3644900"/>
            <a:ext cx="10970057" cy="3048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2026-01-25T22:17:21Z</dcterms:created>
  <dcterms:modified xsi:type="dcterms:W3CDTF">2026-01-25T22:17:21Z</dcterms:modified>
</cp:coreProperties>
</file>