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1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2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3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4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PhD Proposal – Slide 5
Explain this section as shown.
Links are clickable in presentation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7184" y="5349875"/>
            <a:ext cx="52850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887264" y="534987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57184" y="1253807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007884" y="12538075"/>
            <a:ext cx="8214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930884" y="12538075"/>
            <a:ext cx="611332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7184" y="-2524125"/>
            <a:ext cx="52850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887264" y="-25241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57184" y="466407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007884" y="4664075"/>
            <a:ext cx="8214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930884" y="4664075"/>
            <a:ext cx="611332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7184" y="-10398125"/>
            <a:ext cx="52850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887264" y="-103981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57184" y="-32099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007884" y="-3209925"/>
            <a:ext cx="8214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930884" y="-3209925"/>
            <a:ext cx="611332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7184" y="-18272125"/>
            <a:ext cx="52850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887264" y="-182721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57184" y="-110839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007884" y="-11083925"/>
            <a:ext cx="8214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930884" y="-11083925"/>
            <a:ext cx="611332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7184" y="-26146125"/>
            <a:ext cx="52850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887264" y="-261461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57184" y="-18957925"/>
            <a:ext cx="6491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007884" y="-18957925"/>
            <a:ext cx="821425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930884" y="-18957925"/>
            <a:ext cx="611332" cy="101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2026-01-25T23:05:46Z</dcterms:created>
  <dcterms:modified xsi:type="dcterms:W3CDTF">2026-01-25T23:05:46Z</dcterms:modified>
</cp:coreProperties>
</file>